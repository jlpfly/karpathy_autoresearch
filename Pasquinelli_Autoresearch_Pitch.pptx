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A8DE"/>
                </a:solidFill>
              </a:defRPr>
            </a:pPr>
            <a:r>
              <a:t>Autoresearch for the Pasquinelli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5 Impactful Applications of AI-Driven Autonomous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Built on Karpathy’s autoresearch framework</a:t>
            </a:r>
          </a:p>
          <a:p>
            <a:pPr>
              <a:spcBef>
                <a:spcPts val="400"/>
              </a:spcBef>
              <a:defRPr sz="1600" b="0">
                <a:solidFill>
                  <a:srgbClr val="888899"/>
                </a:solidFill>
              </a:defRPr>
            </a:pPr>
            <a:r>
              <a:t>Adapted for miRNA biology, aging, stress recovery, and RNA processing</a:t>
            </a:r>
          </a:p>
          <a:p>
            <a:pPr>
              <a:spcBef>
                <a:spcPts val="400"/>
              </a:spcBef>
              <a:defRPr sz="1200" b="0">
                <a:solidFill>
                  <a:srgbClr val="888899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888899"/>
                </a:solidFill>
              </a:defRPr>
            </a:pPr>
            <a:r>
              <a:t>github.com/karpathy/autoresearch  |  Runs on Dell XPS 15 (RTX 3050 Ti)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</a:defRPr>
            </a:pPr>
            <a:r>
              <a:t>Why Autoresearch for Biology?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The Challenge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Literature grows faster than anyone can read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Target prediction databases disagree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Public datasets sit un-reanalyzed in GEO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Cross-study comparisons are tedious and slow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Recovery dynamics need time-series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What Autoresearch Offers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Runs overnight without supervision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Iterates on parameters automatically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Processes entire datasets systematically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Produces structured, reproducible outputs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• Costs nothing beyond existing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PaperQA2 beats PhD researchers at lit search  •  AI Scientist v2 passed peer review  •  Autoresearch adopted worldwide in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A8DE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Age-Dependent Isoform Shift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What it does: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Reanalyzes 2024 direct RNA-seq aging data to build an age-stratified isoform usage matrix. Flags genes where isoform switching correlates with age more strongly than overall expression change.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67E22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Expression-level analyses miss isoform-level biology. Autoresearch iterates over parameter choices (age bins, thresholds) overnight.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Outputs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Ranked switching gene list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Age-group heatmaps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GO enrichment results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Experiment iteration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Anchor: 2024 NAR aging direct RNA-seq (PMC11662692)</a:t>
            </a:r>
          </a:p>
          <a:p>
            <a:pPr>
              <a:spcBef>
                <a:spcPts val="400"/>
              </a:spcBef>
              <a:defRPr sz="1300" b="0">
                <a:solidFill>
                  <a:srgbClr val="888899"/>
                </a:solidFill>
              </a:defRPr>
            </a:pPr>
            <a:r>
              <a:t>Collaborators: Kin Fai Au (Yale) • Christopher Vollmers (UCSC) • Miten Jain (Northeastern)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DE"/>
                </a:solidFill>
              </a:defRPr>
            </a:pPr>
            <a:r>
              <a:t>📄 How-To: amy_autoresearch_howto/01_isoform_shift_quantification.md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A8DE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Cross-Dataset miRNA Target Concordance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What it does: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Integrates predictions from TargetScan, miRDB, and CLIP/CLASH datasets. Cross-references against the lab’s functional data to build a concordance score per target.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67E22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Target prediction databases disagree frequently. Scoring targets against the lab’s own data produces a curated, lab-specific target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Outputs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Concordance-scored target table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Database overlap Venn diagrams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Top 20 targets per miRNA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Novel target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Anchor: 2023 miR-238/239ab paper (PLoS Genetics)</a:t>
            </a:r>
          </a:p>
          <a:p>
            <a:pPr>
              <a:spcBef>
                <a:spcPts val="400"/>
              </a:spcBef>
              <a:defRPr sz="1300" b="0">
                <a:solidFill>
                  <a:srgbClr val="888899"/>
                </a:solidFill>
              </a:defRPr>
            </a:pPr>
            <a:r>
              <a:t>Collaborators: David Bartel (MIT) • Markus Hafner (NIH) • Chi-Wing Chow (Albert Einstein)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DE"/>
                </a:solidFill>
              </a:defRPr>
            </a:pPr>
            <a:r>
              <a:t>📄 How-To: amy_autoresearch_howto/02_mirna_target_concordance.md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A8DE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Poly(A)-Tail Length &amp; Translation Efficiency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What it does: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Correlates poly(A)-tail length with translational output across all transcripts. Identifies outliers where the expected relationship breaks down.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67E22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Outlier transcripts — short tails but high translation, or long tails but repressed — are often the most interesting biology.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Outputs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Tail length vs. TE scatter plots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Outlier transcript lists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GO enrichment per outlier class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PABP binding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Anchor: 2022 NAR PABP paper (PMC9071453)</a:t>
            </a:r>
          </a:p>
          <a:p>
            <a:pPr>
              <a:spcBef>
                <a:spcPts val="400"/>
              </a:spcBef>
              <a:defRPr sz="1300" b="0">
                <a:solidFill>
                  <a:srgbClr val="888899"/>
                </a:solidFill>
              </a:defRPr>
            </a:pPr>
            <a:r>
              <a:t>Collaborators: Joel Richter (UMass) • Wendy Gilbert (Yale) • Marvin Wickens (U. Wisconsin)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DE"/>
                </a:solidFill>
              </a:defRPr>
            </a:pPr>
            <a:r>
              <a:t>📄 How-To: amy_autoresearch_howto/03_polya_translation_integration.md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A8DE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Stress-Recovery Time-Series Gene Module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What it does: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Clusters genes into co-regulated modules based on heat-shock recovery dynamics. Maps known miRNA targets onto modules to identify which miRNAs control which recovery programs.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67E22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Recovery dynamics are harder to analyze than stress/control comparisons. Automated clustering + miRNA overlay does weeks of work overnight.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Outputs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Temporal profile plots per module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miRNA-module enrichment scores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Network visualizations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miR-85 target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Anchor: 2021 PLoS Genetics heat-shock recovery (PMC8370650)</a:t>
            </a:r>
          </a:p>
          <a:p>
            <a:pPr>
              <a:spcBef>
                <a:spcPts val="400"/>
              </a:spcBef>
              <a:defRPr sz="1300" b="0">
                <a:solidFill>
                  <a:srgbClr val="888899"/>
                </a:solidFill>
              </a:defRPr>
            </a:pPr>
            <a:r>
              <a:t>Collaborators: Morimoto lab (Northwestern) • Jessica Tyler (Weill Cornell)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DE"/>
                </a:solidFill>
              </a:defRPr>
            </a:pPr>
            <a:r>
              <a:t>📄 How-To: amy_autoresearch_howto/04_stress_recovery_modules.md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A8DE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Automated Cross-Dataset Replication of Aging 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What it does: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Downloads public C. elegans aging RNA-seq datasets from GEO. Scores each using lab-derived gene signatures. Iterates overnight to check replication.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67E22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Cross-dataset replication is the strongest evidence in genomics. Automated validation that would take months can run unattended overnight.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Outputs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Replication score table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Forest plots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Gene-level replication heatmap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• Core aging marker gene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Anchor: 2024 NAR aging direct RNA-seq (PMC11662692)</a:t>
            </a:r>
          </a:p>
          <a:p>
            <a:pPr>
              <a:spcBef>
                <a:spcPts val="400"/>
              </a:spcBef>
              <a:defRPr sz="1300" b="0">
                <a:solidFill>
                  <a:srgbClr val="888899"/>
                </a:solidFill>
              </a:defRPr>
            </a:pPr>
            <a:r>
              <a:t>Collaborators: Matt Kaeberlein (Optispan) • Sean Curran (USC) • Coleen Murphy (Princeton)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DE"/>
                </a:solidFill>
              </a:defRPr>
            </a:pPr>
            <a:r>
              <a:t>📄 How-To: amy_autoresearch_howto/05_cross_dataset_replication.md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</a:defRPr>
            </a:pPr>
            <a:r>
              <a:t>How the 5 Experiments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#1  Isoform Shifts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   feeds isoform-switching gene lists into...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2ECC71"/>
                </a:solidFill>
              </a:defRPr>
            </a:pPr>
            <a:r>
              <a:t>#2  Target Concordance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   provides curated miRNA target lists for...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2ECC71"/>
                </a:solidFill>
              </a:defRPr>
            </a:pPr>
            <a:r>
              <a:t>#3  Poly(A) / Translation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   identifies tail-length outliers, checked by...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2ECC71"/>
                </a:solidFill>
              </a:defRPr>
            </a:pPr>
            <a:r>
              <a:t>#4  Recovery Modules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   maps miRNAs to recovery programs, validated by...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2ECC71"/>
                </a:solidFill>
              </a:defRPr>
            </a:pPr>
            <a:r>
              <a:t>#5  Cross-Dataset Replication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   validates everything across independent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</a:defRPr>
            </a:pPr>
            <a:r>
              <a:t>Each experiment produces outputs that feed into the others — a self-reinforcing evidence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</a:defRPr>
            </a:pPr>
            <a:r>
              <a:t>Getting Started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Quick Wins (days, not weeks)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1. Gap-finder for grant proposals (1–2 days)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2. New-paper alert service (half a day)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3. Manuscript consistency checker (hours)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4. Hypothesis ranking board (1–2 days)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5. Lab knowledge base (ongoing)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What the Field Shows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• PaperQA2 beats PhD researchers at lit search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• AI Scientist v2 passed peer review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• Coscientist runs real chemistry experiments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• Autoresearch runs on a laptop GPU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• Cost: $0 beyond existing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A8DE"/>
                </a:solidFill>
              </a:defRPr>
            </a:pPr>
            <a:r>
              <a:t>All how-to guides, starter code, and program.md templates are in amy_autoresearch_howto/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